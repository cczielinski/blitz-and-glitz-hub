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658368" cy="658368"/>
          </a:xfrm>
          <a:prstGeom prst="ellipse">
            <a:avLst/>
          </a:prstGeom>
          <a:solidFill>
            <a:srgbClr val="B36A7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Blitz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Glitz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188720" y="256032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Sponsorship Levels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88720" y="7315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 &amp; Glitz — A Community Ladies Night Out  ·  Sunday, August 23, 2026  ·  One Preston, Gunter, TX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7040880" cy="1874520"/>
          </a:xfrm>
          <a:prstGeom prst="roundRect">
            <a:avLst>
              <a:gd name="adj" fmla="val 2927"/>
            </a:avLst>
          </a:prstGeom>
          <a:solidFill>
            <a:srgbClr val="4A5A3D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2801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167335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 &amp; GLITZ PRESENTING SPONSOR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286000" y="1298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7F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Top-tier sponsor — the ultimate supporter of Blitz &amp; Glitz.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86000" y="1591056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logo placement on all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placement on website &amp; all marketing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recognition throughout the event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Table for 8 at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bale sponsor logo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Football radio spot — 2025 Varsity Football Season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complimentary Tier 1 company-branded swag bag item from our curated collection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65760" y="3154680"/>
            <a:ext cx="7040880" cy="1554480"/>
          </a:xfrm>
          <a:prstGeom prst="roundRect">
            <a:avLst>
              <a:gd name="adj" fmla="val 3529"/>
            </a:avLst>
          </a:prstGeom>
          <a:solidFill>
            <a:srgbClr val="F5AAB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2644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$2,500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48640" y="365760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TOUCHDOWN SPONSOR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286000" y="328269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and center — recognized all season long.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3575304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on event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tickets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complimentary Tier 1 company-branded swag bag item from our curated collection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4818888"/>
            <a:ext cx="7040880" cy="1554480"/>
          </a:xfrm>
          <a:prstGeom prst="roundRect">
            <a:avLst>
              <a:gd name="adj" fmla="val 3529"/>
            </a:avLst>
          </a:prstGeom>
          <a:solidFill>
            <a:srgbClr val="F3D77A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" y="49286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$1,500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8640" y="5321808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NIGHT LIGHTS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286000" y="49469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in the spotlight — supporting the team in style.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523951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on event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tickets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to add a company-branded swag bag item from our curated collection (additional cost)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6483096"/>
            <a:ext cx="7040880" cy="1325880"/>
          </a:xfrm>
          <a:prstGeom prst="roundRect">
            <a:avLst>
              <a:gd name="adj" fmla="val 4138"/>
            </a:avLst>
          </a:prstGeom>
          <a:solidFill>
            <a:srgbClr val="B7C89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8640" y="65928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$500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48640" y="6986016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TOUCHDOWN IN TULLE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286000" y="66111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Cheering from the sidelines with style and heart.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86000" y="690372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ticket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to add a company-branded swag bag item from our curated collection (additional cost)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5760" y="7918704"/>
            <a:ext cx="7040880" cy="1188720"/>
          </a:xfrm>
          <a:prstGeom prst="roundRect">
            <a:avLst>
              <a:gd name="adj" fmla="val 4615"/>
            </a:avLst>
          </a:prstGeom>
          <a:solidFill>
            <a:srgbClr val="F7F2E6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8028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548640" y="8421624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PRIDE SPONSOR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286000" y="8046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Celebrating every win, big or small.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286000" y="833932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listing with logo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of one co-branded swag bag item from our curated collection (required)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65760" y="9290304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sponsor? Complete the Sponsor Interest Form at blitz-and-glitz.netlify.app/sponsor-application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65760" y="954633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Contact chris@proadinc.com  ·  Benefiting the Gunter Tiger Football Club Booster, a 501(c)(3) nonprofit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Blitz &amp; Glitz Sponsorship Levels</dc:title>
  <dc:subject>PptxGenJS Presentation</dc:subject>
  <dc:creator>Blitz &amp; Glitz</dc:creator>
  <cp:lastModifiedBy>Blitz &amp; Glitz</cp:lastModifiedBy>
  <cp:revision>1</cp:revision>
  <dcterms:created xsi:type="dcterms:W3CDTF">2026-07-06T20:49:20Z</dcterms:created>
  <dcterms:modified xsi:type="dcterms:W3CDTF">2026-07-06T20:49:20Z</dcterms:modified>
</cp:coreProperties>
</file>