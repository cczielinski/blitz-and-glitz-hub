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blitz-and-glitz.netlify.app/sponsors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2736" y="13716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731520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Sponsorship Levels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365760" y="1060704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— A Community Ladies Night Out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365760" y="1207008"/>
            <a:ext cx="7040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Sunday, August 23, 2026  ·  One Preston Event Center, 50 Whispering Winds Drive, Gunter, TX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7040880" cy="1874520"/>
          </a:xfrm>
          <a:prstGeom prst="roundRect">
            <a:avLst>
              <a:gd name="adj" fmla="val 2927"/>
            </a:avLst>
          </a:prstGeom>
          <a:solidFill>
            <a:srgbClr val="4A5A3D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5270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BLITZ &amp; GLITZ PRESENTING SPONSOR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286000" y="15453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7F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sponsor — the ultimate supporter of Blitz &amp; Glitz.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286000" y="183794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logo placement on all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placement on website &amp; all marketing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recognition throughout the event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Table for 8 at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bale sponsor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Football radio spot — 2025 Varsity Football Season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3364992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5AAB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8640" y="347472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$2,500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48640" y="3867912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SPONSOR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286000" y="34930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and center — recognized all season long.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86000" y="3785616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complimentary Tier 1 company-branded swag bag item from our curated collection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65760" y="4992624"/>
            <a:ext cx="7040880" cy="1554480"/>
          </a:xfrm>
          <a:prstGeom prst="roundRect">
            <a:avLst>
              <a:gd name="adj" fmla="val 3529"/>
            </a:avLst>
          </a:prstGeom>
          <a:solidFill>
            <a:srgbClr val="F3D77A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48640" y="51023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48640" y="5495544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NIGHT LIGHTS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286000" y="5120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the spotlight — supporting the team in style.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286000" y="5413248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on event signage &amp; print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tickets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page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6620256"/>
            <a:ext cx="7040880" cy="1325880"/>
          </a:xfrm>
          <a:prstGeom prst="roundRect">
            <a:avLst>
              <a:gd name="adj" fmla="val 4138"/>
            </a:avLst>
          </a:prstGeom>
          <a:solidFill>
            <a:srgbClr val="B7C89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48640" y="672998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$500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48640" y="712317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TOUCHDOWN IN TULLE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2286000" y="67482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Cheering from the sidelines with style and heart.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286000" y="7040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&amp; social media recognition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ticket to Blitz &amp; Glitz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to add a company-branded swag bag item from our curated collection (additional cost)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8019288"/>
            <a:ext cx="7040880" cy="1188720"/>
          </a:xfrm>
          <a:prstGeom prst="roundRect">
            <a:avLst>
              <a:gd name="adj" fmla="val 4615"/>
            </a:avLst>
          </a:prstGeom>
          <a:solidFill>
            <a:srgbClr val="F7F2E6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548640" y="812901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5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$250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548640" y="852220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PRIDE SPONSOR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2286000" y="8147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Celebrating every win, big or small.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2286000" y="843991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listing with logo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in the Blitz &amp; Glitz Playbook</a:t>
            </a:r>
            <a:endParaRPr lang="en-US" sz="950" dirty="0"/>
          </a:p>
          <a:p>
            <a:pPr marL="177800" indent="-177800">
              <a:lnSpc>
                <a:spcPct val="105000"/>
              </a:lnSpc>
              <a:spcAft>
                <a:spcPts val="200"/>
              </a:spcAft>
              <a:buSzPct val="100000"/>
              <a:buChar char="●"/>
            </a:pPr>
            <a:r>
              <a:rPr lang="en-US" sz="950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of one co-branded swag bag item from our curated collection (required)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65760" y="935431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sponsor? Visit </a:t>
            </a:r>
            <a:pPr algn="ctr" indent="0" marL="0">
              <a:buNone/>
            </a:pPr>
            <a:r>
              <a:rPr lang="en-US" sz="1150" b="1" u="sng" dirty="0">
                <a:solidFill>
                  <a:srgbClr val="8298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blitz-and-glitz.netlify.app/sponsors</a:t>
            </a:r>
            <a:pPr algn="ctr" indent="0" marL="0">
              <a:buNone/>
            </a:pPr>
            <a:r>
              <a:rPr lang="en-US" sz="1150" b="1" dirty="0">
                <a:solidFill>
                  <a:srgbClr val="4A5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learn more and get started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65760" y="9610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Contact chris@proadinc.com  ·  Benefiting the Gunter Tiger Football Club Booster, a 501(c)(3) nonprofit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Blitz &amp; Glitz Sponsorship Levels</dc:title>
  <dc:subject>PptxGenJS Presentation</dc:subject>
  <dc:creator>Blitz &amp; Glitz</dc:creator>
  <cp:lastModifiedBy>Blitz &amp; Glitz</cp:lastModifiedBy>
  <cp:revision>1</cp:revision>
  <dcterms:created xsi:type="dcterms:W3CDTF">2026-07-06T21:55:54Z</dcterms:created>
  <dcterms:modified xsi:type="dcterms:W3CDTF">2026-07-06T21:55:54Z</dcterms:modified>
</cp:coreProperties>
</file>