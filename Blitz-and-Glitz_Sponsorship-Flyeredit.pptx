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62"/>
    <p:restoredTop sz="94610"/>
  </p:normalViewPr>
  <p:slideViewPr>
    <p:cSldViewPr snapToGrid="0" snapToObjects="1">
      <p:cViewPr>
        <p:scale>
          <a:sx n="134" d="100"/>
          <a:sy n="134" d="100"/>
        </p:scale>
        <p:origin x="144" y="-3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5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75294" y="256032"/>
            <a:ext cx="55313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Sponsorship Levels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75294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&amp; Glitz — A </a:t>
            </a:r>
            <a:r>
              <a:rPr lang="en-US" sz="1100" i="1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Ladies </a:t>
            </a:r>
            <a:r>
              <a:rPr lang="en-US" sz="1100" i="1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</a:t>
            </a:r>
            <a:r>
              <a:rPr lang="en-US" sz="1100" i="1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br>
              <a:rPr lang="en-US" sz="1100" i="1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r>
              <a:rPr lang="en-US" sz="1100" i="1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August 23, 2026  ·  </a:t>
            </a:r>
            <a:r>
              <a:rPr lang="en-US" sz="1100" i="1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Preston Event Center, 50 Whispering Winds Drive,  </a:t>
            </a:r>
            <a:r>
              <a:rPr lang="en-US" sz="1100" i="1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Gunter, TX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16736"/>
            <a:ext cx="7040880" cy="1874520"/>
          </a:xfrm>
          <a:prstGeom prst="roundRect">
            <a:avLst>
              <a:gd name="adj" fmla="val 2927"/>
            </a:avLst>
          </a:prstGeom>
          <a:solidFill>
            <a:srgbClr val="4A5A3D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9847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&amp; GLITZ PRESENTING SPONSOR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136805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sponsor — the ultimate supporter of Blitz &amp; Glitz.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65792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logo placement on all signage &amp; print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placement on website &amp; all marketing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recognition throughout the event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 for 8 at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bale sponsor logo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Football radio spot — 2025 Varsity Football Season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complimentary Tier 1 company-branded swag bag item from our curated collection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300984"/>
            <a:ext cx="7040880" cy="1554480"/>
          </a:xfrm>
          <a:prstGeom prst="roundRect">
            <a:avLst>
              <a:gd name="adj" fmla="val 3529"/>
            </a:avLst>
          </a:prstGeom>
          <a:solidFill>
            <a:srgbClr val="F5AAB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36394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758184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 SPONSOR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34244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center — recognized all season long.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751189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on event signage &amp; print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social media recognition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tickets to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page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complimentary Tier 1 company-branded swag bag item from our curated collection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965192"/>
            <a:ext cx="7040880" cy="1554480"/>
          </a:xfrm>
          <a:prstGeom prst="roundRect">
            <a:avLst>
              <a:gd name="adj" fmla="val 3529"/>
            </a:avLst>
          </a:prstGeom>
          <a:solidFill>
            <a:srgbClr val="F3D77A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005955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5410384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NIGHT LIGHTS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86000" y="5058781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 the spotlight — supporting the team in style.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5390003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on event signage &amp; print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social media recognition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tickets to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page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add a company-branded swag bag item from our curated collection (additional cost)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6629400"/>
            <a:ext cx="7040880" cy="1325880"/>
          </a:xfrm>
          <a:prstGeom prst="roundRect">
            <a:avLst>
              <a:gd name="adj" fmla="val 4138"/>
            </a:avLst>
          </a:prstGeom>
          <a:solidFill>
            <a:srgbClr val="B7C89B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67016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7062363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 IN TULLE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86000" y="6720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Cheering from the sidelines with style and heart.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7013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social media recognition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 to Blitz &amp; Glitz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add a company-branded swag bag item from our curated collection (additional cost)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8065008"/>
            <a:ext cx="7040880" cy="1188720"/>
          </a:xfrm>
          <a:prstGeom prst="roundRect">
            <a:avLst>
              <a:gd name="adj" fmla="val 4615"/>
            </a:avLst>
          </a:prstGeom>
          <a:solidFill>
            <a:srgbClr val="F7F2E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81044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8640" y="850678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PRIDE SPONSOR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286000" y="8150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every win, big or small.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846106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listing with logo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in the Blitz &amp; Glitz Playbook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of one co-branded swag bag item from our curated collection (required)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92903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sponsor? Apply at blitz-and-glitz.netlify.app/sponsor-application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95463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chris@proadinc.com  ·  Benefiting the Gunter Tiger Football Club Booster, a 501(c)(3) nonprofit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5233AF0-0199-3B12-84B0-CC7F65207A03}"/>
              </a:ext>
            </a:extLst>
          </p:cNvPr>
          <p:cNvPicPr>
            <a:picLocks noChangeAspect="1"/>
          </p:cNvPicPr>
          <p:nvPr/>
        </p:nvPicPr>
        <p:blipFill>
          <a:blip/>
          <a:stretch/>
        </p:blipFill>
        <p:spPr>
          <a:xfrm>
            <a:off x="365760" y="0"/>
            <a:ext cx="1277060" cy="1277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343</Words>
  <Application>Microsoft Macintosh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Blitz &amp; Glitz Sponsorship Levels</dc:title>
  <dc:subject>PptxGenJS Presentation</dc:subject>
  <dc:creator>Blitz &amp; Glitz</dc:creator>
  <cp:lastModifiedBy>Christina Zielinski</cp:lastModifiedBy>
  <cp:revision>4</cp:revision>
  <dcterms:created xsi:type="dcterms:W3CDTF">2026-07-06T19:30:42Z</dcterms:created>
  <dcterms:modified xsi:type="dcterms:W3CDTF">2026-07-06T20:51:22Z</dcterms:modified>
</cp:coreProperties>
</file>